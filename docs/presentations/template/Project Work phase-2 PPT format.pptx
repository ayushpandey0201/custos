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9" r:id="rId1"/>
  </p:sldMasterIdLst>
  <p:notesMasterIdLst>
    <p:notesMasterId r:id="rId11"/>
  </p:notesMasterIdLst>
  <p:sldIdLst>
    <p:sldId id="274" r:id="rId2"/>
    <p:sldId id="263" r:id="rId3"/>
    <p:sldId id="264" r:id="rId4"/>
    <p:sldId id="276" r:id="rId5"/>
    <p:sldId id="275" r:id="rId6"/>
    <p:sldId id="267" r:id="rId7"/>
    <p:sldId id="268" r:id="rId8"/>
    <p:sldId id="269" r:id="rId9"/>
    <p:sldId id="27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E64CC-FAEA-419F-85AD-198B850C8D23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8047E-ABDD-4AF6-BACE-9BE3DC3E46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42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8DC7-A1AF-454D-8F51-1EED3626D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5B11F-023F-4919-AB4A-585D993C1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1392C-B085-4A0C-835C-887FE05E4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690A-2018-4C35-84C1-074B36A8631B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16E43-37A0-4A7C-8D2E-D56ED050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48056-AE10-4E2D-836A-8FE0A214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015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B72E-9EB0-4D5C-9212-928BA2680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BAEB-BDDE-4D24-8B52-E7DA57FB6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63259-5941-4A24-9144-10E25DA07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D5C25-6344-4FCC-B0C5-B8E7C09A7920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62CA2-E8B4-4C80-8E31-44F6F336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CB4F3-0B0C-45B4-8CD2-8CEA9926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4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C05A-F84C-46F4-AA53-E5BD71E6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58BEB-486A-40BF-BFA4-AAC41F702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777AD-1E4A-49AD-B010-4B5F40947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3C459-52BE-4A7F-8B66-B0BDD5930200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39839-E3C8-4668-B4BB-8F9AA9CFD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3822D-B98B-437B-820A-234A6367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89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5003-09BE-47AD-ABD9-CF3855D76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4CB74-49D3-41E8-95EE-82990C444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FC566-6024-497C-BE11-8D0352BC3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4B89F-D41B-462A-A991-2D4B6323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00D5F-C7D7-4DA9-8ED1-6A26ED488053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69D38-E1C2-4933-BBFE-F57C3917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9292E-2746-4501-ADF7-C4F14A8D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1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0879-8E62-45BC-AF8C-25286B3B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83ABB-CE83-403E-8621-103F660E8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C4F16-181B-418B-8C33-53BD349A3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4CB22-06EF-4C53-97AD-6005175A8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DC58C-36E6-4ED2-A747-8257F32B09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59A9E8-C2BF-4670-8445-296C9B28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619B0-41D6-4259-BDD5-5E4016DE45FE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29DB8-1E8B-4256-906C-E498D14E7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8EAA8-29C1-4CB8-9FB3-CA8AC6AD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73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2AEF7-FFC2-4F73-B673-20FA77FA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BD792-97FD-4783-B155-DCBBCEC6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B6B39-79AD-49CF-9581-BBED8573797D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E01A47-5CA7-49DD-B220-7036801F4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A02EB-4172-4384-8A07-825746F5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73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F028B-BC35-4777-8DA5-349770F4D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09DC-397F-4C90-BEF8-1B27AE70C1B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1F0F5-4C14-4F89-807A-BAFA18E6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ECB63-3832-410F-B52B-EA5059FB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92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65A5-589F-436F-B963-51B674C2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C5788-6A11-41D3-AFA3-9AEA251F6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CE902-1E56-451A-B337-0A06E5A5F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E3FBC-6860-44C4-AA13-71D32C82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CD71C-7E0D-4C06-BD4A-154CEF952E54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17787-1889-4CB9-A6B6-0B536CE4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C5F25-288D-4C05-A2D0-34DF85E3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47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D07F-8DC5-4B8C-9A7F-3DCCA66B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75A51A-5EDE-4327-972A-56F8AD07C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9361E-CE10-493C-AEDB-CA7DA6A2E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CDBE5-0868-41ED-B735-08360E92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FDE7-01DF-4ABF-99D1-733E01D15C4D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8971D-9DD4-4EF2-9CE0-1E2EA1EF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E5A19-0667-4C50-872A-ADBEF04A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992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A367-7B98-4B2A-AD6F-870DCECC2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F63E8-4F90-40DC-B1B5-8723F4D22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4E234-4D4A-47CB-BF9E-3E0A5A2E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4DF75-2FED-488D-BFD6-8E71635C4D39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46CE3-AF2A-4CBF-AA79-BFBF38FF4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FBBF8-FA99-4380-AC6E-975D04836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013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161571-5B71-44C5-B8A1-03F5C543A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2296D-5675-43B3-A998-5E03CAB29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7514F-7C52-405E-9731-6E25A1D8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5C36C-502D-4ECE-A30C-9E599D171CDD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6880-27F0-438E-8025-61DE8779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0B98-06B8-4EC1-9657-61C66E3F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09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45A6E-8825-46BC-99DE-D500EC37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E6DD-1CF5-45D9-A60F-1126C62EE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227C5-F783-4179-A852-7DEB6E167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68655-725C-4355-803F-4C179E033006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64982-03A8-46F2-A6BE-9F377DEF7A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AI &amp;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755F6-3403-4B19-B155-5ED22F4EA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82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198" y="0"/>
            <a:ext cx="8365069" cy="2658535"/>
          </a:xfrm>
        </p:spPr>
        <p:txBody>
          <a:bodyPr>
            <a:normAutofit fontScale="90000"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BMS College of Engineering</a:t>
            </a:r>
            <a:br>
              <a:rPr lang="en-US" sz="3200" dirty="0"/>
            </a:br>
            <a:r>
              <a:rPr lang="en-US" sz="2000" dirty="0"/>
              <a:t>(Autonomous College under VTU)</a:t>
            </a:r>
            <a:br>
              <a:rPr lang="en-US" sz="3200" dirty="0"/>
            </a:b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</a:rPr>
              <a:t>Department of Artificial Intelligence and Data Science </a:t>
            </a:r>
            <a:br>
              <a:rPr lang="en-US" sz="2400" dirty="0">
                <a:solidFill>
                  <a:schemeClr val="accent4">
                    <a:lumMod val="50000"/>
                  </a:schemeClr>
                </a:solidFill>
              </a:rPr>
            </a:br>
            <a:br>
              <a:rPr lang="en-US" sz="24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Phase-II(23AI7PWPP1) Review-1 Presentation on  </a:t>
            </a:r>
            <a:br>
              <a:rPr lang="en-US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3657597"/>
            <a:ext cx="8957733" cy="2531536"/>
          </a:xfrm>
        </p:spPr>
        <p:txBody>
          <a:bodyPr>
            <a:normAutofit/>
          </a:bodyPr>
          <a:lstStyle/>
          <a:p>
            <a:r>
              <a:rPr lang="en-US" dirty="0"/>
              <a:t>Name 	USN</a:t>
            </a:r>
          </a:p>
          <a:p>
            <a:r>
              <a:rPr lang="en-US" dirty="0"/>
              <a:t>Name 	USN</a:t>
            </a:r>
          </a:p>
          <a:p>
            <a:r>
              <a:rPr lang="en-US" dirty="0"/>
              <a:t>				</a:t>
            </a:r>
          </a:p>
          <a:p>
            <a:r>
              <a:rPr lang="en-US" dirty="0"/>
              <a:t>					            Guide Name</a:t>
            </a:r>
          </a:p>
          <a:p>
            <a:r>
              <a:rPr lang="en-US" dirty="0"/>
              <a:t>                                                                               Designation  </a:t>
            </a:r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240E3-26F4-4429-8843-A286E3DC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4AD60-7A91-4584-9CFF-40792E6A86E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B91F5-5ED3-4E5D-840C-40EC0896D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6A3399C-E55B-4351-BDB5-EC39B3EC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08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r>
              <a:rPr lang="en-US" sz="4800" dirty="0"/>
              <a:t>Table of Contents 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</a:rPr>
              <a:t>Abstract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</a:rPr>
              <a:t>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</a:rPr>
              <a:t>Literature Survey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 Analysis and Specification</a:t>
            </a:r>
            <a:endParaRPr lang="en-US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</a:t>
            </a:r>
            <a:endParaRPr lang="en-US" sz="18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Implementation </a:t>
            </a:r>
            <a:endParaRPr lang="en-US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 </a:t>
            </a:r>
            <a:endParaRPr lang="en-US" sz="18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101FD2-598A-4BE2-AC54-854A97F6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9FD98-5FDC-4CCE-BD5A-59D793565931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34A87-4A6E-4927-B895-60B8978B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EDBAA-3DAF-4A0B-ADCD-B56430B1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99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r>
              <a:rPr lang="en-US" sz="4800" dirty="0"/>
              <a:t>Abstract</a:t>
            </a:r>
            <a:r>
              <a:rPr lang="en-US" sz="48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b="1" dirty="0">
              <a:latin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8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r>
              <a:rPr lang="en-US" sz="4800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467" y="1600200"/>
            <a:ext cx="9694333" cy="461433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Should contain: Overview, Motivation, Objective, Scope, SDGs, Existing system, Proposed System and Work Plan   </a:t>
            </a:r>
            <a:endParaRPr lang="en-US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62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rmAutofit/>
          </a:bodyPr>
          <a:lstStyle/>
          <a:p>
            <a:r>
              <a:rPr lang="en-US" sz="4800" dirty="0"/>
              <a:t>Literature</a:t>
            </a:r>
            <a:r>
              <a:rPr lang="en-US" sz="48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/>
              <a:t>Survey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Detailed Survey , Research Gap Identification, Mapping of your Objective with Research Gap Identification </a:t>
            </a:r>
          </a:p>
          <a:p>
            <a:pPr algn="l"/>
            <a:endParaRPr lang="en-US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F0831F2-8306-4C86-91C8-F8915A9B23B3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2540000"/>
          <a:ext cx="8128002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2886735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331997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71488434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21854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87281514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673185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Paper Title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Journal / Conference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Published Year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Novelty / Techniques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Gap Identified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91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67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28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90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5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600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999132" cy="880535"/>
          </a:xfrm>
        </p:spPr>
        <p:txBody>
          <a:bodyPr>
            <a:noAutofit/>
          </a:bodyPr>
          <a:lstStyle/>
          <a:p>
            <a:r>
              <a:rPr lang="en-US" sz="4800" dirty="0"/>
              <a:t>Requirement Analysis and Specification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b="1" dirty="0">
              <a:latin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Autofit/>
          </a:bodyPr>
          <a:lstStyle/>
          <a:p>
            <a:r>
              <a:rPr lang="en-US" sz="4800" dirty="0"/>
              <a:t>System</a:t>
            </a:r>
            <a:r>
              <a:rPr lang="en-US" sz="40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dirty="0"/>
              <a:t>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b="1" dirty="0">
              <a:latin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004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Autofit/>
          </a:bodyPr>
          <a:lstStyle/>
          <a:p>
            <a:r>
              <a:rPr lang="en-US" sz="4800" dirty="0"/>
              <a:t>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b="1" dirty="0">
              <a:latin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800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189D-22D1-4D1A-9E04-C6134EC51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868" y="203198"/>
            <a:ext cx="9694332" cy="880535"/>
          </a:xfrm>
        </p:spPr>
        <p:txBody>
          <a:bodyPr>
            <a:noAutofit/>
          </a:bodyPr>
          <a:lstStyle/>
          <a:p>
            <a:r>
              <a:rPr lang="en-US" sz="4800" dirty="0"/>
              <a:t>Conclusion</a:t>
            </a:r>
            <a:r>
              <a:rPr lang="en-US" sz="40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737C-85F2-47BC-AD38-AD8B00147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4867" y="1574800"/>
            <a:ext cx="9694333" cy="461433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800" b="1" dirty="0">
              <a:latin typeface="Times New Roman" panose="02020603050405020304" pitchFamily="18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125167-8301-4D88-B79A-A8DA3C19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1" y="86782"/>
            <a:ext cx="1159932" cy="115993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2362-C5A5-4DBF-AD79-DE6FB743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96E34-94C0-49E4-A53B-4A44141FD3C8}" type="datetime3">
              <a:rPr lang="en-US" smtClean="0"/>
              <a:t>3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AB64-5B51-4B5A-B69E-D96362CE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683C6DF-27D9-468B-A1AB-FE568488F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AI &amp;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9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194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BMS College of Engineering (Autonomous College under VTU) Department of Artificial Intelligence and Data Science   Project Work Phase-II(23AI7PWPP1) Review-1 Presentation on   Project Title </vt:lpstr>
      <vt:lpstr>Table of Contents </vt:lpstr>
      <vt:lpstr>Abstract </vt:lpstr>
      <vt:lpstr>Introduction</vt:lpstr>
      <vt:lpstr>Literature Survey</vt:lpstr>
      <vt:lpstr>Requirement Analysis and Specification</vt:lpstr>
      <vt:lpstr>System Design</vt:lpstr>
      <vt:lpstr>Implementation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BMS College of Engineering  Department of Artificial Intelligence and Data Science    Project Title</dc:title>
  <dc:creator>Admin</dc:creator>
  <cp:lastModifiedBy>Admin</cp:lastModifiedBy>
  <cp:revision>12</cp:revision>
  <dcterms:created xsi:type="dcterms:W3CDTF">2025-03-11T07:28:48Z</dcterms:created>
  <dcterms:modified xsi:type="dcterms:W3CDTF">2026-09-03T11:48:10Z</dcterms:modified>
</cp:coreProperties>
</file>